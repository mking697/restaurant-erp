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Stock, staff aur operating costs ko simple workflow mein samjhein. Current release: ce3a54f.</a:t>
            </a:r>
          </a:p>
          <a:p/>
          <a:p>
            <a:r>
              <a:t>Ek jagah: Branch records, stock aur staff administration ka common workspace.</a:t>
            </a:r>
          </a:p>
          <a:p/>
          <a:p>
            <a:r>
              <a:t>Sahi access: Role ke saath branch aur module permission ki clear boundary.</a:t>
            </a:r>
          </a:p>
          <a:p/>
          <a:p>
            <a:r>
              <a:t>Saaf status: Real database flows aur sample demos clearly alag.</a:t>
            </a:r>
          </a:p>
          <a:p/>
          <a:p>
            <a:r>
              <a:t>Important: October 2026 overview. Sample numbers aapke restaurant ke actual business results nahi hain.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benefit: record ki pehchaan, zimmedari aur follow-up. Guaranteed ROI ka claim nahi.</a:t>
            </a:r>
          </a:p>
          <a:p/>
          <a:p>
            <a:r>
              <a:t>Branch clarity: Kis outlet ka stock, employee aur kharcha hai - pehle yeh saaf.</a:t>
            </a:r>
          </a:p>
          <a:p/>
          <a:p>
            <a:r>
              <a:t>People clarity: Kaun enter karega, kaun review karega aur kaun finalize karega.</a:t>
            </a:r>
          </a:p>
          <a:p/>
          <a:p>
            <a:r>
              <a:t>Record clarity: Saved history aur missing-date checks se review aasaan.</a:t>
            </a:r>
          </a:p>
          <a:p/>
          <a:p>
            <a:r>
              <a:t>Important: Current POS aur Dashboard demo hain; unse real sales ya full net profit available nahi.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main screens ka honest status. Guide Book alag help screen hai.</a:t>
            </a:r>
          </a:p>
          <a:p/>
          <a:p>
            <a:r>
              <a:t>6 LIVE DB screens: Inventory, Workforce, Users, Branches, Restaurant Settings, WhatsApp settings.</a:t>
            </a:r>
          </a:p>
          <a:p/>
          <a:p>
            <a:r>
              <a:t>1 MIXED screen: Accounts: real expenses + final labor cost; legacy accounting tabs demo.</a:t>
            </a:r>
          </a:p>
          <a:p/>
          <a:p>
            <a:r>
              <a:t>7 DEMO screens: Dashboard, Reports, MIS, Tasks, Purchase/GRN, POS aur Blind Cash Drop.</a:t>
            </a:r>
          </a:p>
          <a:p/>
          <a:p>
            <a:r>
              <a:t>Important: LIVE DB = real save. DEMO = sample/local state. MIXED = har tab ka status alag padhein.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all branches dekh sakta hai. Doosre users apni allowed branch aur grants tak seemit.</a:t>
            </a:r>
          </a:p>
          <a:p/>
          <a:p>
            <a:r>
              <a:t>Owner / Branch Admin: Owner chain sambhale. Branch Admin own branch aur held grants tak.</a:t>
            </a:r>
          </a:p>
          <a:p/>
          <a:p>
            <a:r>
              <a:t>Accountant / operator: Expense, payroll aur attendance ki permissions alag set hoti hain.</a:t>
            </a:r>
          </a:p>
          <a:p/>
          <a:p>
            <a:r>
              <a:t>Employee / reviewer: Leave apply karne wala aur approving reviewer alag vyakti.</a:t>
            </a:r>
          </a:p>
          <a:p/>
          <a:p>
            <a:r>
              <a:t>Important: Owner bhi apni linked leave ya khud submit ki hui request approve nahi kar sakta.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human routine hai, automatic scheduler ya background reminder nahi.</a:t>
            </a:r>
          </a:p>
          <a:p/>
          <a:p>
            <a:r>
              <a:t>Start right: Apne login se sahi branch aur date confirm karein.</a:t>
            </a:r>
          </a:p>
          <a:p/>
          <a:p>
            <a:r>
              <a:t>Work daily: Attendance mark; leave independent review; bill ke saath expense.</a:t>
            </a:r>
          </a:p>
          <a:p/>
          <a:p>
            <a:r>
              <a:t>Review regularly: Saved records aur gaps check; shared device par Log out.</a:t>
            </a:r>
          </a:p>
          <a:p/>
          <a:p>
            <a:r>
              <a:t>Important: Month-end: dates resolve &gt; payroll preview &gt; confirmation &gt; final snapshot &gt; labor cost.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Restaurant Settings, Branches aur Users &amp; Access database-backed hain.</a:t>
            </a:r>
          </a:p>
          <a:p/>
          <a:p>
            <a:r>
              <a:t>Restaurant branding: Approved naam aur optional logo: chain, login aur browser icon par.</a:t>
            </a:r>
          </a:p>
          <a:p/>
          <a:p>
            <a:r>
              <a:t>Branch register: Unique code, location aur radius. Nayi branch empty shuru hoti hai.</a:t>
            </a:r>
          </a:p>
          <a:p/>
          <a:p>
            <a:r>
              <a:t>User access: 10-digit mobile, private password, branch aur minimal module grants.</a:t>
            </a:r>
          </a:p>
          <a:p/>
          <a:p>
            <a:r>
              <a:t>Important: Clone Branch unavailable. Location field save karne se live GPS anti-cheat activate nahi hota.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 catalog shared ho sakta hai; stock quantity aur min/max branch-specific hain.</a:t>
            </a:r>
          </a:p>
          <a:p/>
          <a:p>
            <a:r>
              <a:t>Add Item: Name, branch, unit, opening quantity, minimum aur maximum bharein.</a:t>
            </a:r>
          </a:p>
          <a:p/>
          <a:p>
            <a:r>
              <a:t>Low stock: Training example: 9 kg quantity; 20 kg minimum; alert dikhega.</a:t>
            </a:r>
          </a:p>
          <a:p/>
          <a:p>
            <a:r>
              <a:t>Overstock: 65 kg quantity, 60 kg maximum = upper alert. Maximum 0 = no upper alert.</a:t>
            </a:r>
          </a:p>
          <a:p/>
          <a:p>
            <a:r>
              <a:t>Important: Expiry batches, purchase indents aur full stock movement is screen ka current part nahi.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Accounts &gt; Branch + Month &gt; Expenses. Salary ko manually expense mein dobara na daalein.</a:t>
            </a:r>
          </a:p>
          <a:p/>
          <a:p>
            <a:r>
              <a:t>Post expense: Date, category, amount, description aur reference se real entry.</a:t>
            </a:r>
          </a:p>
          <a:p/>
          <a:p>
            <a:r>
              <a:t>Check saved row: Reload par date, amount, POSTED status aur category total milao.</a:t>
            </a:r>
          </a:p>
          <a:p/>
          <a:p>
            <a:r>
              <a:t>Correct with Void: Reason ke saath Void; posted entry edit/delete nahi, audit record rahe.</a:t>
            </a:r>
          </a:p>
          <a:p/>
          <a:p>
            <a:r>
              <a:t>Important: Reply uncertain ho to retained Retry same expense use karein; nayi duplicate entry mat banayein.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Self-service leave ke liye same-branch login link aur LEAVE SELF permission chahiye.</a:t>
            </a:r>
          </a:p>
          <a:p/>
          <a:p>
            <a:r>
              <a:t>ON_ROLL: Monthly salary: actual calendar days aur payable units ka basis.</a:t>
            </a:r>
          </a:p>
          <a:p/>
          <a:p>
            <a:r>
              <a:t>OFF_ROLL: Daily wage x worked units. Leave hamesha unpaid.</a:t>
            </a:r>
          </a:p>
          <a:p/>
          <a:p>
            <a:r>
              <a:t>Effective rates: Future month boundary se rate schedule; old final salary overwrite nahi.</a:t>
            </a:r>
          </a:p>
          <a:p/>
          <a:p>
            <a:r>
              <a:t>Important: Any leave history ke baad login link assign, replace ya clear nahi hota - Owner ke liye bhi.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= 1 | Half-day = 0.5 | Absent = 0 | Missing = unresolved.</a:t>
            </a:r>
          </a:p>
          <a:p/>
          <a:p>
            <a:r>
              <a:t>Apply: Linked employee dates aur reason se PENDING request bheje.</a:t>
            </a:r>
          </a:p>
          <a:p/>
          <a:p>
            <a:r>
              <a:t>Review: Alag authorized reviewer Approve ya Reject confirm kare.</a:t>
            </a:r>
          </a:p>
          <a:p/>
          <a:p>
            <a:r>
              <a:t>Pay treatment: ON_ROLL paid/unpaid explicit; OFF_ROLL sirf unpaid.</a:t>
            </a:r>
          </a:p>
          <a:p/>
          <a:p>
            <a:r>
              <a:t>Important: Weekly Off status nahi. Pending/rejected leave paid credit nahi; approved leave read-only hai.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Completed September, 30 calendar days. Dono employees poore month employed hain.</a:t>
            </a:r>
          </a:p>
          <a:p/>
          <a:p>
            <a:r>
              <a:t>Employee A: monthly: Rs 30,000 / 30 x (29 Present + 1 approved paid leave) = Rs 30,000.</a:t>
            </a:r>
          </a:p>
          <a:p/>
          <a:p>
            <a:r>
              <a:t>Employee B: daily: Rs 800 x (20 Present + 0.5 half-day) = Rs 16,400.</a:t>
            </a:r>
          </a:p>
          <a:p/>
          <a:p>
            <a:r>
              <a:t>Sample total: Rs 46,400. B ke baaki 9 dates Absent ya approved unpaid cover karein.</a:t>
            </a:r>
          </a:p>
          <a:p/>
          <a:p>
            <a:r>
              <a:t>Important: Har month 30 se divide nahi: actual 28/29/30/31 din. Finalize se pehle missing dates zero hon.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Ek branch + completed month. Final payroll immutable salary expense snapshot hai.</a:t>
            </a:r>
          </a:p>
          <a:p/>
          <a:p>
            <a:r>
              <a:t>Resolve: Unmarked dates, approved leave, joining/exit aur applicable rate milao.</a:t>
            </a:r>
          </a:p>
          <a:p/>
          <a:p>
            <a:r>
              <a:t>Review: Reload preview; employee-wise amounts aur Total verify karo.</a:t>
            </a:r>
          </a:p>
          <a:p/>
          <a:p>
            <a:r>
              <a:t>Finalize: Warning padho, confirmation tick karo, Finalize payroll dabao.</a:t>
            </a:r>
          </a:p>
          <a:p/>
          <a:p>
            <a:r>
              <a:t>Important: Finalize se bank transfer, statutory deductions, PF/ESI, tax ya overtime calculation nahi hoti.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Posted expenses + FINAL payroll labor = real operating costs. Draft payroll excluded.</a:t>
            </a:r>
          </a:p>
          <a:p/>
          <a:p>
            <a:r>
              <a:t>Available now: Rent, Utilities, Marketing, Other aur finalized labor costs.</a:t>
            </a:r>
          </a:p>
          <a:p/>
          <a:p>
            <a:r>
              <a:t>Not connected: Revenue, COGS, gross profit aur net profit; zero assume nahi.</a:t>
            </a:r>
          </a:p>
          <a:p/>
          <a:p>
            <a:r>
              <a:t>Legacy demos: Petty Cash, Aggregator Recon aur Balance Sheet sample tabs hain.</a:t>
            </a:r>
          </a:p>
          <a:p/>
          <a:p>
            <a:r>
              <a:t>Important: Sample sales aur real expenses ko milaakar profit mat banayein. Salary dobara expense mat enter karein.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 seekhein; current flow real purchase, stock ya refund posting nahi karta.</a:t>
            </a:r>
          </a:p>
          <a:p/>
          <a:p>
            <a:r>
              <a:t>Indent: Raise request &gt; Submit for Approval &gt; Approve / Reject.</a:t>
            </a:r>
          </a:p>
          <a:p/>
          <a:p>
            <a:r>
              <a:t>Purchase: New Purchase alag se. Buy &gt; optional bill step &gt; Material Received.</a:t>
            </a:r>
          </a:p>
          <a:p/>
          <a:p>
            <a:r>
              <a:t>GRN quality: PASS, FAIL ya PARTIAL chunein; failed quantity ka meaning samjhein.</a:t>
            </a:r>
          </a:p>
          <a:p/>
          <a:p>
            <a:r>
              <a:t>Important: Demo GRN se live Inventory, vendor return ya Accounts refund create nahi hota. Reload reset karta hai.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buttons hain, par page activity real business posting nahi hai.</a:t>
            </a:r>
          </a:p>
          <a:p/>
          <a:p>
            <a:r>
              <a:t>Tasks / Checklist: Recurring + one-time task. Delegation completion mein file selection required.</a:t>
            </a:r>
          </a:p>
          <a:p/>
          <a:p>
            <a:r>
              <a:t>POS / Cashier: Sample order header aur tender; invoice ya payment collect nahi hota.</a:t>
            </a:r>
          </a:p>
          <a:p/>
          <a:p>
            <a:r>
              <a:t>Blind Cash Drop: Notes count + coins ki value. Real closing ya shortage calculation nahi.</a:t>
            </a:r>
          </a:p>
          <a:p/>
          <a:p>
            <a:r>
              <a:t>Important: Demo changes reload par reset. Task evidence ka filename local rehta hai; file upload/store nahi hoti.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Dashboard, Reports aur MIS illustrative views hain; live sales / employee assessment nahi.</a:t>
            </a:r>
          </a:p>
          <a:p/>
          <a:p>
            <a:r>
              <a:t>Dashboard: Branch KPIs, trend, channel mix aur sample branch comparison.</a:t>
            </a:r>
          </a:p>
          <a:p/>
          <a:p>
            <a:r>
              <a:t>Reports: Six sample reports; Export CSV wahi sample rows download karta hai.</a:t>
            </a:r>
          </a:p>
          <a:p/>
          <a:p>
            <a:r>
              <a:t>MIS Leaderboard: Rank aur On Time / Delay / Not Done counts; payroll ka basis nahi.</a:t>
            </a:r>
          </a:p>
          <a:p/>
          <a:p>
            <a:r>
              <a:t>Important: CSV real download hai, XLSX nahi. Sample score se salary cut ya real business decision na lein.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English default; Roman Hinglish option. Amber, Dark, Blue aur Emerald themes available.</a:t>
            </a:r>
          </a:p>
          <a:p/>
          <a:p>
            <a:r>
              <a:t>Guide Book: Permission-filtered help cards, examples aur expected result.</a:t>
            </a:r>
          </a:p>
          <a:p/>
          <a:p>
            <a:r>
              <a:t>Mobile access: Menu drawer, scrollable tables aur long forms ke liye vertical scroll.</a:t>
            </a:r>
          </a:p>
          <a:p/>
          <a:p>
            <a:r>
              <a:t>WhatsApp settings: Owner-only ChatXFlow token/phone configuration real database mein save.</a:t>
            </a:r>
          </a:p>
          <a:p/>
          <a:p>
            <a:r>
              <a:t>Important: Provider settings save karna reminders, approval buttons, inbound webhook ya 8AM summary enable karna nahi.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real workflows par training; unfinished modules ke liye alag bounded stages.</a:t>
            </a:r>
          </a:p>
          <a:p/>
          <a:p>
            <a:r>
              <a:t>Prepare: Owner branch, user grants aur employee login links verify kare.</a:t>
            </a:r>
          </a:p>
          <a:p/>
          <a:p>
            <a:r>
              <a:t>Practice: Approved test branch mein PDF ke numbered steps aur results milayein.</a:t>
            </a:r>
          </a:p>
          <a:p/>
          <a:p>
            <a:r>
              <a:t>Operate: Real costs, stock aur staff records maintain; month-end carefully finalize.</a:t>
            </a:r>
          </a:p>
          <a:p/>
          <a:p>
            <a:r>
              <a:t>Important: Production mein dummy finance entries mat banayein. Yeh release complete POS/accounting/automation suite nahi.</a:t>
            </a:r>
          </a:p>
          <a:p/>
          <a:p>
            <a:r>
              <a:t>Training note: Live DB par practice sirf approved test branch mein karein. Demo numbers actual business results nahi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Restaurant ERP: har branch, ek zimmedari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AC8D3"/>
                </a:solidFill>
                <a:latin typeface="Arial"/>
              </a:defRPr>
            </a:pPr>
            <a:r>
              <a:t>Stock, staff aur operating costs ko simple workflow mein samjhein. Current release: ce3a54f.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2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Ek jagah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Branch records, stock aur staff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administration ka common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2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Sahi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Role ke saath branch aur module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permission ki clear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2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Saaf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Real database flows aur sample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demos clearly alag.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274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FFFFFF"/>
                </a:solidFill>
                <a:latin typeface="Arial"/>
              </a:defRPr>
            </a:pPr>
            <a:r>
              <a:t>October 2026 overview. Sample numbers aapke restaurant ke actual business results nahi hain.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AC8D3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AC8D3"/>
                </a:solidFill>
                <a:latin typeface="Arial"/>
              </a:defRPr>
            </a:pPr>
            <a: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Registers se disciplined process 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Expected benefit: record ki pehchaan, zimmedari aur follow-up. Guaranteed ROI ka claim nahi.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Branch 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Kis outlet ka stock, employee aur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kharcha hai - pehle yeh saaf.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People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Kaun enter karega, kaun review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karega aur kaun finalize karega.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Record 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Saved history aur missing-date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checks se review aasaan.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Current POS aur Dashboard demo hain; unse real sales ya full net profit available nahi.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CURRENT 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Kya real hai? Kya abhi demo hai?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14 main screens ka honest status. Guide Book alag help screen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6 LIVE DB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Inventory, Workforce, Users,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Branches, Restaurant Settings,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WhatsApp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1 MIXED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Accounts: real expenses + final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labor cost; legacy accounting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tabs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7 DEMO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Dashboard, Reports, MIS, Tasks,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Purchase/GRN, POS aur Blind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Cash Drop.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LIVE DB = real save. DEMO = sample/local state. MIXED = har tab ka status alag padhein.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ROLES AND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Role naam hai. Permission ijazat hai.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Owner all branches dekh sakta hai. Doosre users apni allowed branch aur grants tak seemit.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Owner / Branch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Owner chain sambhale. Branch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Admin own branch aur held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grants tak.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Accountant /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Expense, payroll aur attendance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ki permissions alag set hoti 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Employee /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Leave apply karne wala aur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approving reviewer alag vyakti.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Owner bhi apni linked leave ya khud submit ki hui request approve nahi kar sakta.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DAILY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Roz ke chhote steps, month-end aasaan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Recommended human routine hai, automatic scheduler ya background reminder nahi.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Start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Apne login se sahi branch aur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date confirm karein.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Work 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Attendance mark; leave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independent review; bill ke saath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expense.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Review regularly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Saved records aur gaps check;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shared device par Log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Month-end: dates resolve &gt; payroll preview &gt; confirmation &gt; final snapshot &gt; labor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LIVE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Owner setup: identity, branch aur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Restaurant Settings, Branches aur Users &amp; Access database-backed 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Restaurant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Approved naam aur optional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logo: chain, login aur browser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icon par.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Branch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Unique code, location aur radius.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Nayi branch empty shuru hoti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User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10-digit mobile, private password,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branch aur minimal module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grants.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Clone Branch unavailable. Location field save karne se live GPS anti-cheat activate nahi hota.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LIVE STOCK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Inventory: quantity aur alerts dekhein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Material catalog shared ho sakta hai; stock quantity aur min/max branch-specific 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Add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Name, branch, unit, opening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quantity, minimum aur maximum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bharein.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Low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Training example: 9 kg quantity;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20 kg minimum; alert dikhega.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Overstock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65 kg quantity, 60 kg maximum =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upper alert. Maximum 0 = no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upper alert.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Expiry batches, purchase indents aur full stock movement is screen ka current part nahi.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LIVE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Kharcha save ho. History bani rahe.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Accounts &gt; Branch + Month &gt; Expenses. Salary ko manually expense mein dobara na daalein.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Post expense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Date, category, amount,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description aur reference se real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Check saved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Reload par date, amount,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POSTED status aur category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total milao.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Correct with Void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Reason ke saath Void; posted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entry edit/delete nahi, audit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record rahe.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Reply uncertain ho to retained Retry same expense use karein; nayi duplicate entry mat banayein.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LIVE EMPLOYEE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Employee record aur login alag 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Self-service leave ke liye same-branch login link aur LEAVE SELF permission chahiye.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ON_ROLL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Monthly salary: actual calendar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days aur payable units ka basis.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OFF_ROLL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Daily wage x worked units. Leave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hamesha unpaid.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Effective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Future month boundary se rate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schedule; old final salary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overwrite nahi.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Any leave history ke baad login link assign, replace ya clear nahi hota - Owner ke liye bhi.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ATTENDANCE AND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Har din cover ho, double-count nahi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Present = 1 | Half-day = 0.5 | Absent = 0 | Missing = unresolved.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Linked employee dates aur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reason se PENDING request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bheje.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Alag authorized reviewer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Approve ya Reject confirm kare.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Pay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ON_ROLL paid/unpaid explicit;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OFF_ROLL sirf unpaid.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Weekly Off status nahi. Pending/rejected leave paid credit nahi; approved leave read-only hai.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ILLUSTRATIVE SALARY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Salary ka hisaab, bina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Completed September, 30 calendar days. Dono employees poore month employed 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Employee A: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Rs 30,000 / 30 x (29 Present + 1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approved paid leave) = Rs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30,000.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Employee B: 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Rs 800 x (20 Present + 0.5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half-day) = Rs 16,400.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Sample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Rs 46,400. B ke baaki 9 dates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Absent ya approved unpaid cover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karein.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Har month 30 se divide nahi: actual 28/29/30/31 din. Finalize se pehle missing dates zero hon.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LIVE PAYROLL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Preview pehle. Final soch-samajhkar.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Ek branch + completed month. Final payroll immutable salary expense snapshot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Unmarked dates, approved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leave, joining/exit aur applicable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rate milao.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Reload preview; employee-wise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amounts aur Total verify karo.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Finalize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Warning padho, confirmation tick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karo, Finalize payroll dabao.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Finalize se bank transfer, statutory deductions, PF/ESI, tax ya overtime calculation nahi hoti.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MIXED ACCOUNTS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Operating cost real. Net profit abhi nahi.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Posted expenses + FINAL payroll labor = real operating costs. Draft payroll excluded.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Available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Rent, Utilities, Marketing, Other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aur finalized labor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Not 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Revenue, COGS, gross profit aur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net profit; zero assume nahi.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Legacy demos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Petty Cash, Aggregator Recon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aur Balance Sheet sample tabs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hain.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Sample sales aur real expenses ko milaakar profit mat banayein. Salary dobara expense mat enter karein.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DEMO PURCHASE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Indent, purchase aur GRN ka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Process seekhein; current flow real purchase, stock ya refund posting nahi karta.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Indent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Raise request &gt; Submit for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Approval &gt; Approve / Reject.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Purchase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New Purchase alag se. Buy &gt;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optional bill step &gt; Material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Received.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GRN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PASS, FAIL ya PARTIAL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chunein; failed quantity ka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meaning samjhein.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Demo GRN se live Inventory, vendor return ya Accounts refund create nahi hota. Reload reset karta hai.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DEMO DAILY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Tasks, POS aur Cash Drop ko samjhein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Interactive buttons hain, par page activity real business posting nahi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Tasks /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Recurring + one-time task.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Delegation completion mein file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selection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POS / Cashier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Sample order header aur tender;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invoice ya payment collect nahi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hota.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Blind Cash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Notes count + coins ki value.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Real closing ya shortage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calculation nahi.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Demo changes reload par reset. Task evidence ka filename local rehta hai; file upload/store nahi hoti.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DEMO DASHBOARDS AND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Charts padhein. Sample ko sach na maanein.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Dashboard, Reports aur MIS illustrative views hain; live sales / employee assessment nahi.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Branch KPIs, trend, channel mix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aur sample branch comparison.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Six sample reports; Export CSV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wahi sample rows download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karta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MIS Leaderboard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Rank aur On Time / Delay / Not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Done counts; payroll ka basis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nahi.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CSV real download hai, XLSX nahi. Sample score se salary cut ya real business decision na lein.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HELP AND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82735"/>
                </a:solidFill>
                <a:latin typeface="Arial"/>
              </a:defRPr>
            </a:pPr>
            <a:r>
              <a:t>Guide Book, mobile aur WhatsApp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English default; Roman Hinglish option. Amber, Dark, Blue aur Emerald themes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Guide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Permission-filtered help cards,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examples aur expected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Mobile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Menu drawer, scrollable tables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aur long forms ke liye vertical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scroll.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735"/>
                </a:solidFill>
                <a:latin typeface="Arial"/>
              </a:defRPr>
            </a:pPr>
            <a:r>
              <a:t>WhatsApp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Owner-only ChatXFlow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token/phone configuration real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575"/>
                </a:solidFill>
                <a:latin typeface="Arial"/>
              </a:defRPr>
            </a:pPr>
            <a:r>
              <a:t>database mein save.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8A4C03"/>
                </a:solidFill>
                <a:latin typeface="Arial"/>
              </a:defRPr>
            </a:pPr>
            <a:r>
              <a:t>Provider settings save karna reminders, approval buttons, inbound webhook ya 8AM summary enable karna nahi.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66575"/>
                </a:solidFill>
                <a:latin typeface="Arial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429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CA62D"/>
                </a:solidFill>
                <a:latin typeface="Arial"/>
              </a:defRPr>
            </a:pPr>
            <a:r>
              <a:t>RECOMMENDED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850900"/>
            <a:ext cx="11125200" cy="1117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Start small. Verify. Phir expand karein.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968500"/>
            <a:ext cx="111252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AC8D3"/>
                </a:solidFill>
                <a:latin typeface="Arial"/>
              </a:defRPr>
            </a:pPr>
            <a:r>
              <a:t>Current real workflows par training; unfinished modules ke liye alag bounded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" y="2844800"/>
            <a:ext cx="3556000" cy="2679700"/>
          </a:xfrm>
          <a:prstGeom prst="roundRect">
            <a:avLst/>
          </a:prstGeom>
          <a:solidFill>
            <a:srgbClr val="2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Owner branch, user grants aur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employee login links verify kare.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0" y="2844800"/>
            <a:ext cx="3556000" cy="2679700"/>
          </a:xfrm>
          <a:prstGeom prst="roundRect">
            <a:avLst/>
          </a:prstGeom>
          <a:solidFill>
            <a:srgbClr val="2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6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6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6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Approved test branch mein PDF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ke numbered steps aur results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milayein.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600" y="2844800"/>
            <a:ext cx="3556000" cy="2679700"/>
          </a:xfrm>
          <a:prstGeom prst="roundRect">
            <a:avLst/>
          </a:prstGeom>
          <a:solidFill>
            <a:srgbClr val="203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1200" y="3073400"/>
            <a:ext cx="30988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CA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530600"/>
            <a:ext cx="3098800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1200" y="4343400"/>
            <a:ext cx="3098800" cy="1054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Real costs, stock aur staff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records maintain; month-end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3DDE5"/>
                </a:solidFill>
                <a:latin typeface="Arial"/>
              </a:defRPr>
            </a:pPr>
            <a:r>
              <a:t>carefully finalize.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5803900"/>
            <a:ext cx="11125200" cy="546100"/>
          </a:xfrm>
          <a:prstGeom prst="roundRect">
            <a:avLst/>
          </a:prstGeom>
          <a:solidFill>
            <a:srgbClr val="274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5930900"/>
            <a:ext cx="107569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FFFFFF"/>
                </a:solidFill>
                <a:latin typeface="Arial"/>
              </a:defRPr>
            </a:pPr>
            <a:r>
              <a:t>Production mein dummy finance entries mat banayein. Yeh release complete POS/accounting/automation suite nahi.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591300"/>
            <a:ext cx="9906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AC8D3"/>
                </a:solidFill>
                <a:latin typeface="Arial"/>
              </a:defRPr>
            </a:pPr>
            <a:r>
              <a:t>RESTAURANT ERP / Roman Hinglish /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4700" y="6591300"/>
            <a:ext cx="889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AC8D3"/>
                </a:solidFill>
                <a:latin typeface="Arial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ERP - Project Presentation</dc:title>
  <dc:subject/>
  <dc:creator>Restaurant ERP Training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